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>
      <p:cViewPr varScale="1">
        <p:scale>
          <a:sx n="58" d="100"/>
          <a:sy n="58" d="100"/>
        </p:scale>
        <p:origin x="6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7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21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1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9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77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8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8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10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5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0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5E7DE-8328-40CE-9388-2EA86DB401B5}" type="datetimeFigureOut">
              <a:rPr lang="en-US" smtClean="0"/>
              <a:t>9/18/2023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AF114-636F-4DE2-A5F0-E65B40EAB5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8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3521"/>
            <a:ext cx="9144000" cy="260055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MATA KULIAH: LOGIKA INFORMATIKA</a:t>
            </a:r>
            <a:br>
              <a:rPr lang="en-US" sz="3200" b="1" dirty="0" smtClean="0">
                <a:solidFill>
                  <a:srgbClr val="0070C0"/>
                </a:solidFill>
              </a:rPr>
            </a:b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kuliah-5 (</a:t>
            </a:r>
            <a:r>
              <a:rPr lang="en-US" sz="3200" b="1" dirty="0" err="1" smtClean="0">
                <a:solidFill>
                  <a:schemeClr val="accent2">
                    <a:lumMod val="75000"/>
                  </a:schemeClr>
                </a:solidFill>
              </a:rPr>
              <a:t>lanjutan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)</a:t>
            </a:r>
            <a:b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3200" dirty="0" err="1" smtClean="0"/>
              <a:t>Logika</a:t>
            </a:r>
            <a:r>
              <a:rPr lang="en-US" sz="3200" dirty="0" smtClean="0"/>
              <a:t> </a:t>
            </a:r>
            <a:r>
              <a:rPr lang="en-US" sz="3200" dirty="0" err="1" smtClean="0"/>
              <a:t>Proposisi</a:t>
            </a:r>
            <a:r>
              <a:rPr lang="en-US" sz="3200" dirty="0" smtClean="0"/>
              <a:t> Bi-</a:t>
            </a:r>
            <a:r>
              <a:rPr lang="en-US" sz="3200" dirty="0" err="1" smtClean="0"/>
              <a:t>Implikasi</a:t>
            </a:r>
            <a:r>
              <a:rPr lang="en-US" sz="3200" dirty="0" smtClean="0"/>
              <a:t> </a:t>
            </a:r>
            <a:r>
              <a:rPr lang="en-US" sz="3200" dirty="0" err="1" smtClean="0"/>
              <a:t>dan</a:t>
            </a:r>
            <a:r>
              <a:rPr lang="en-US" sz="3200" dirty="0" smtClean="0"/>
              <a:t> </a:t>
            </a:r>
            <a:r>
              <a:rPr lang="en-US" sz="3200" dirty="0" err="1" smtClean="0"/>
              <a:t>Validitas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err="1" smtClean="0">
                <a:solidFill>
                  <a:srgbClr val="00B050"/>
                </a:solidFill>
              </a:rPr>
              <a:t>contoh</a:t>
            </a:r>
            <a:r>
              <a:rPr lang="en-US" sz="3200" dirty="0" smtClean="0">
                <a:solidFill>
                  <a:srgbClr val="00B050"/>
                </a:solidFill>
              </a:rPr>
              <a:t> </a:t>
            </a:r>
            <a:r>
              <a:rPr lang="en-US" sz="3200" dirty="0" err="1" smtClean="0">
                <a:solidFill>
                  <a:srgbClr val="00B050"/>
                </a:solidFill>
              </a:rPr>
              <a:t>dan</a:t>
            </a:r>
            <a:r>
              <a:rPr lang="en-US" sz="3200" dirty="0" smtClean="0">
                <a:solidFill>
                  <a:srgbClr val="00B050"/>
                </a:solidFill>
              </a:rPr>
              <a:t> </a:t>
            </a:r>
            <a:r>
              <a:rPr lang="en-US" sz="3200" dirty="0" err="1" smtClean="0">
                <a:solidFill>
                  <a:srgbClr val="00B050"/>
                </a:solidFill>
              </a:rPr>
              <a:t>latihan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49969"/>
            <a:ext cx="9144000" cy="1159329"/>
          </a:xfrm>
        </p:spPr>
        <p:txBody>
          <a:bodyPr/>
          <a:lstStyle/>
          <a:p>
            <a:r>
              <a:rPr lang="en-US" dirty="0" err="1" smtClean="0"/>
              <a:t>dosen</a:t>
            </a:r>
            <a:r>
              <a:rPr lang="en-US" dirty="0" smtClean="0"/>
              <a:t>: </a:t>
            </a:r>
            <a:r>
              <a:rPr lang="en-US" dirty="0" err="1" smtClean="0"/>
              <a:t>Ino</a:t>
            </a:r>
            <a:r>
              <a:rPr lang="en-US" dirty="0" smtClean="0"/>
              <a:t> </a:t>
            </a:r>
            <a:r>
              <a:rPr lang="en-US" dirty="0" err="1" smtClean="0"/>
              <a:t>Suryana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r>
              <a:rPr lang="en-US" dirty="0" smtClean="0"/>
              <a:t> </a:t>
            </a:r>
          </a:p>
          <a:p>
            <a:r>
              <a:rPr lang="en-US" dirty="0" smtClean="0"/>
              <a:t>S-1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Informatika</a:t>
            </a:r>
            <a:r>
              <a:rPr lang="en-US" dirty="0" smtClean="0"/>
              <a:t> </a:t>
            </a:r>
            <a:r>
              <a:rPr lang="en-US" dirty="0" err="1" smtClean="0"/>
              <a:t>Unpad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43" y="3418941"/>
            <a:ext cx="1030313" cy="9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1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solidFill>
                  <a:srgbClr val="0070C0"/>
                </a:solidFill>
              </a:rPr>
              <a:t>Validitas</a:t>
            </a:r>
            <a:r>
              <a:rPr lang="en-US" dirty="0" smtClean="0"/>
              <a:t> (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r>
              <a:rPr lang="en-US" dirty="0"/>
              <a:t>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07" y="679904"/>
            <a:ext cx="7211786" cy="617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37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MATA KULIAH: LOGIKA INFORMATIKA kuliah-5 (lanjutan) Logika Proposisi Bi-Implikasi dan Validitas  contoh dan latihan</vt:lpstr>
      <vt:lpstr>Validitas (Contoh dan Soal)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MATA KULIAH: LOGIKA INFORMATIKA kuliah-5 (lanjutan) Logika Proposisi Bi-Implikasi dan Validitas  contoh dan latihan</dc:title>
  <dc:creator>InoS</dc:creator>
  <cp:lastModifiedBy>InoS</cp:lastModifiedBy>
  <cp:revision>2</cp:revision>
  <dcterms:created xsi:type="dcterms:W3CDTF">2023-09-18T07:10:14Z</dcterms:created>
  <dcterms:modified xsi:type="dcterms:W3CDTF">2023-09-18T07:20:52Z</dcterms:modified>
</cp:coreProperties>
</file>